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 milestone — say it plainly: everything up to now has been finding out about a target, and starting today we actually try to get in. Password attacks go first because they are the most common real-world entry point, more so than any single software exploit.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highlighted box moves for the second time this course — spend a moment on this transition specifically, since Phase 3 is where most students mentally think "the real hacking" begins, even though everything before it was equally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two (offline vs online) is the single most important distinction of the day — everything else is really just two worked examples of that one idea. Flag it now so students are listening for it specifically on the next concept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callout statistic is worth pausing on — students often assume "real hacking" means exploiting exotic vulnerabilities, when in practice weak credentials are a far more common and far more boring way in. Managing that expectation early makes the rest of the phase land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"take the lock home" analogy is the one that sticks — use it, and refer back to it by name for the rest of the session ("remember, this is a take-it-home tool" when introducing John/Hashcat). Physical analogies outperform technical definitions for this particular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"the Ripper" has been the default answer to "how do I crack this hash" for over two decades — its longevity is itself a signal that it remains genuinely effective, not just historically notable.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why rockyou succeeded where the curated list failed — the answer (real people reuse real breached passwords) is the whole justification for breach-derived wordlists existing at all, and it is worth letting a student arrive at that answer themselves rather than stating it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lab environment lacks a real GPU (common in a Docker/VM setup), be upfront that hashcat still runs correctly via a CPU-based OpenCL backend — just slower. The mechanics and flags being taught are identical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length-counting trick is genuinely exam-relevant and also genuinely useful in practice — it is the fastest way to narrow down a hash type before reaching for a lookup tool or guessing modes at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 early that today's online attacks succeed only because the lab's wordlist deliberately contains the right answer within ten entries — say plainly that a real target with a genuinely strong, unique password would not fall to this technique in any reasonable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web-form syntax is genuinely fiddly and worth slowing down for — walk through exactly what user=^USER^&amp;pass=^PASS^ means (it is literally the POST body template with placeholders) and why the trailing failure-string is not optional.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footnote question is the whole week distilled — if a student can answer that one question correctly for any given scenario, they can correctly choose their tool every time, even for tools not covered explicitly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Pitfall two connects directly back to the John the Ripper demo earlier — the exact scenario where a small wordlist failed and rockyou succeeded is precisely what this pitfall warns against skipping.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reference-slide pacing before the lab handoff — nothing new to teach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every password in tonight's lab is deliberately weak and sits within a ten-entry wordlist — the lesson is the technique and the escalation instinct, not "passwords are always this easy to crack in the real world."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answers: Q1-A, Q2-B, Q3-B, Q4-C. Q3 is worth a live callback to the Hydra terminal slide if missed — the syntax is unusual enough that seeing it a second time genuinely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noting that password attacks are only one of several doors into Phase 3 — next week opens a completely different one. Worth explicitly saying Phase 3 is the biggest phase in the course, spanning three full weeks, precisely because there are so many distinct ways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B27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189720" y="26060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GAINING ACCESS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7589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remain one of the most reliable ways into a system — no exploit required.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572000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72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457200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4572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5: Gaining Access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Week 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23060" y="3337560"/>
            <a:ext cx="8915400" cy="0"/>
          </a:xfrm>
          <a:prstGeom prst="line">
            <a:avLst/>
          </a:prstGeom>
          <a:noFill/>
          <a:ln w="38100">
            <a:solidFill>
              <a:srgbClr val="1B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689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60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060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&amp;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977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22D3EE"/>
          </a:solidFill>
          <a:ln/>
          <a:effectLst>
            <a:outerShdw sx="100000" sy="100000" kx="0" ky="0" algn="bl" rotWithShape="0" blurRad="127000" dist="50800" dir="5400000">
              <a:srgbClr val="22D3EE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49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349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34940" y="4434840"/>
            <a:ext cx="1691640" cy="320040"/>
          </a:xfrm>
          <a:prstGeom prst="roundRect">
            <a:avLst>
              <a:gd name="adj" fmla="val 8571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34940" y="4434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2663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379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6379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55480" y="237744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1B27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92640" y="28803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Week, You Will Be Able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gaining access phase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recon and enumeration findings become the ammunition for this phase.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offline from online password attacks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you're attacking a hash you already have versus a live login service.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hashes with John the Ripper and Hashcat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a CPU-based and a GPU-accelerated cracker, and know when to escalate wordlists.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hash type by its length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21122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MD5, SHA-1, and SHA-256 at a glance before choosing a cracking mode.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live services with Hydra and Medusa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29809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both SSH and a web login form, and cross-check results between two tools.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weak passwords fail so fast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20840" y="38496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wordlist size and quality directly to real-world crack times.</a:t>
            </a:r>
            <a:endParaRPr lang="en-US" sz="115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"Gaining Access"?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where you convert everything found during recon and enumeration into an actual foothold on a system.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directly on Phases 1-2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number from Week 3, a username from Week 5, an exposed login form from Week 4 — all become useful right now.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paths in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attacks, exploiting a known vulnerability, web application flaws — this phase covers several distinct techniques across several weeks.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path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and still most common one: guessing or cracking a password.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Passwords First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real-world breaches, weak or reused passwords are consistently among the top initial access methods — well ahead of any single software exploit.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vs. Online Password Attacks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have the password hash (from a database dump, a config file, a captured exchange) and crack it locally, with no network round-trips and no lockout policy to worry about.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attack a live login service directly, guess by guess, over the network — every attempt costs a round-trip and may trigger lockouts or alerting.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difference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cracking (especially GPU-accelerated) can try millions of guesses per second. Online attacks are bottlenecked by the network and the target service itself.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map directly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and Hashcat are offline crackers. Hydra and Medusa are online brute-forcers.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Version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you have the lock, take it home, and try keys all night. Online: you're standing at the door, trying one key at a time while someone might be watching.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classic, CPU-based offline password cracker.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long-standing offline password cracking tool that takes a hash (or a file of hashes) and a wordlist, and tries every candidate password until one matches. Supports a huge range of hash formats automatically.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one or more password hashes and need to recover the plaintext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quick, dependable first pass with a small, curated wordlist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to a larger wordlist (like rockyou.txt) when the small one fails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shadow-file-style entries, not just raw hashes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· OFFLINE CRACKING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from a Small Wordlist to rockyou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john --wordlist=/wordlists/basic.txt --format=Raw-MD5 easy-md5.txt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letmein          (?)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password hashes cracked, 0 left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john --wordlist=/wordlists/basic.txt john-format.txt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password hashes cracked, 1 left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john --wordlist=/usr/share/wordlists/rockyou.txt john-format.txt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dragon123        (svc_backup)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650581"/>
            <a:ext cx="10881360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curated wordlist cracks weak, common passwords almost instantly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wordlist fails completely against a slightly less common password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rockyou.txt — a real breach-derived list of 14+ million passwords — succeeds where the small list could not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GPU-accelerated cracker for when speed really matters.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cracker built around GPU (or CPU-via-OpenCL) acceleration, capable of dramatically higher guess rates than a CPU-only tool for supported hash types. Uses numbered "modes" to specify the hash algorithm.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cracking jobs where raw throughput matters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(or can identify) the exact hash algorithm and its mode number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wordlist attacks (-a 0) as the default starting point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Mask/brute-force attacks (-a 3) when a wordlist alone isn't working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HASHCAT · IDENTIFY, THEN CRACK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Hash Before Attacking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length is a strong hint at its algorithm: 32 hex chars = MD5, 40 = SHA-1, 64 = SHA-256.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2630170"/>
          </a:xfrm>
          <a:prstGeom prst="roundRect">
            <a:avLst>
              <a:gd name="adj" fmla="val 2086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2996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20299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26464" y="202996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10332720" cy="199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-c medium-sha256.txt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 medium-sha256.txt   # 64 hex characters + newline = SHA-256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hashcat -a 0 -m 1400 medium-sha256.txt /wordlists/basic.txt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Recovered........: 1/1 (100.00%) Digests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hashcat -m 1400 medium-sha256.txt --show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65e84be3...:qwerty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4733290"/>
            <a:ext cx="10881360" cy="1484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hash characters before picking a mode number avoids wasted attempts entirely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1400 is hashcat's code for raw SHA-256 — every algorithm has its own mode number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0 is a straight wordlist attack; -a 3 switches to mask/brute-force when a wordlist alone isn't enough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8862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&amp; Medusa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48463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takes on brute-forcing a live login service.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1887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online, network-based password brute-forcers, supporting a wide range of protocols (SSH, HTTP forms, FTP, and many more). Hydra is the more commonly reached-for default; Medusa offers a useful second opinion with a different implementation.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63440" y="379476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live login service (SSH, a web form, etc.) and a candidate username/password list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for SSH, HTTP forms, and most standard protocol brute-forcing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Medusa as a cross-check, or when Hydra's handling of a specific protocol misbehaves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with a real wordlist strategy — never truly "guessing at random"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&amp; MEDUSA · LIVE SERVICE BRUTE-FORCING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SSH and a Web Login 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2867501"/>
          </a:xfrm>
          <a:prstGeom prst="roundRect">
            <a:avLst>
              <a:gd name="adj" fmla="val 1913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099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1709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426464" y="1709928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32720" cy="2227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hydra -l admin -P /wordlists/basic.txt ssh://10.10.6.10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[22][ssh] login: admin   password: letmein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hydra -l admin -P /wordlists/basic.txt 10.10.6.11 http-post-form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"/login:user=^USER^&amp;pass=^PASS^:Invalid username or password"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[80][http-post-form] login: admin   password: letmein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medusa -h 10.10.6.10 -u user1 -P /wordlists/basic.txt -M ssh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FOUND: [ssh] Host: 10.10.6.10 User: user1 Password: qwerty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650581"/>
            <a:ext cx="10881360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web form, Hydra needs the exact POST body layout and a string that only appears on failed attempts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failure string is how Hydra distinguishes a wrong guess from a correct one — without it, it cannot tell success from failure at all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Medusa cross-checking the same credentials on a second account demonstrates the same underlying technique via a different tool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Attack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Attack type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 have a password hash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the Ripper or Hashcat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Large cracking job, need speed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Hashcat (GPU-accelerated)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Live SSH server, no hash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 or Medusa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Live web login form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 (http-post-form module)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Small wordlist fails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to rockyou.txt or a mask attack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decides everything: do you already have the hash, or are you attacking a live service?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Marks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offline and online attacks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Hydra when you actually have a hash (or John when you actually need to hit a live service) wastes real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after one small wordlist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crack with a curated list is not proof of a strong password — escalate to a larger, breach-derived list before concluding anything.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Hydra web-form syntax wrong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body template and failure-string must match the target exactly, or every attempt is silently reported as failed.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account lockout in online attacks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services often lock an account after repeated failures — a real consideration this lab environment doesn't enforce.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password is "safe enough" without testing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34440" y="55869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"feels complex" and "resists a wordlist" is smaller than most people expect.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john --wordlist=list.txt hash.txt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 a hash file with John using a wordlist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john --show hash.txt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already-cracked results from John's potfile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hashcat -a 0 -m 1400 hash.txt list.txt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Wordlist attack against a SHA-256 hash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hashcat -m 1400 hash.txt --show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cracked results for a given hash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hydra -l user -P list.txt ssh://target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SSH with a known username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medusa -h target -u user -P list.txt -M ssh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idea, via Medusa, as a cross-check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· 2–2.5 HOURS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6: Password Attacks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wordlists and sample hashes, plus an SSH target and a web login form to attack live.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cracking with John the Ripper — including escalating from a small wordlist to rockyou.txt.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cracking with Hashcat — identifying a hash type by length before choosing a mode.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brute-forcing with Hydra against both SSH and a web login form.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with Medusa against a second account.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69164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1E293B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CTF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flags on the SSH target from two different cracked accounts, plus a bonus flag returned directly by the web login form once you find valid credentials.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Before the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fundamental difference between offline and online password attacks?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Offline attacks aren't limited by network round-trips or lockout policies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There's no real difference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Online attacks are always faster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Offline attacks require a network connection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small curated wordlist fail where rockyou.txt succeeds?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Curated lists are always better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Real users tend to reuse passwords found in actual historical breaches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rockyou is faster to load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meaningful difference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Hydra's http-post-form syntax, what does the trailing string do?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Sets a timeout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Tells Hydra what text in the response means the attempt failed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Sets the HTTP method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Specifies an SSL 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hashcat mode 1400 correspond to?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MD5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SHA-1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SHA-256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NTLM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Offline vs. online is the whole ballgame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1226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today is really just one of these two categories, applied to a specific situation.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651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Escalate your wordlist before giving up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crack with a small list proves very little — rockyou.txt exists for exactly this reason.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Two tools per job, as a habit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John against Hashcat, or Hydra against Medusa, catches tool-specific quirks.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7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389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Web Application Exploitation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34440" y="471830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Phase 3 — we move from passwords to a completely different way in: SQL injection.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5303520"/>
            <a:ext cx="1188720" cy="1188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Phase 3: Gaining Access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2026-08-19T10:51:07Z</dcterms:created>
  <dcterms:modified xsi:type="dcterms:W3CDTF">2026-08-19T10:51:07Z</dcterms:modified>
</cp:coreProperties>
</file>