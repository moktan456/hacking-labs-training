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Week 1 in one sentence — we watched traffic passively. This week we start asking questions directly, which is a meaningful step toward "active" recon even though we still are not touching anything exploitable yet. Frame OSINT as detective work: public records, DNS, and metadata that a target has already, often unknowingly, made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phase as last week, still Phase 1 — point that out explicitly so students don't think we've skipped ahead. Reconnaissance is a big enough phase to deserve two full weeks; next week we cross into Phase 2 with nmap.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five (banner grabbing) and six (reading page source) are the two skills students consistently underrate — they feel too simple to be "real hacking." Tell them up front that in tonight's lab, both flags are captured this way, with zero exploitation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"thin line" bullet as a discussion prompt — ask students to classify a few example techniques on the spot (checking a company's LinkedIn page? passive. Pinging their web server? active). This primes them for the lab, which deliberately mixes both in one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on every record type — the footnote is the important part and sets up the zone-transfer tool slides coming next. If time is short, skip straight to the footnote and treat the table as a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room immediately: example.com is permanently reserved by IANA specifically so people can practice this safely, any time, from anywhere. That removes the "am I allowed to do this" hesitation that otherwise slows the room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"@1.1.1.1" habit is worth calling out as a professional practice, not just a lab quirk — on a real engagement, a default/local resolver could be filtered or monitored by the very organization you're investigating. Naming a known-good public resolver explicitly avoids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highlight tool of the week — a single command that can reveal an entire internal naming scheme in one shot, purely from a server misconfiguration. Build anticipation for the lab here; this exact technique is how one of tonight's flags is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highlighted admin-portal line and let it land — that host was invisible until this one command ran. This is the clearest possible demonstration of "recon wins are often just someone leaving a door unlocked," which is the thesis of the whole reconnaissance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into next week — same tool (nmap) we'll spend all of Week 3 on, but used here in its lightest, most recon-appropriate mode. Frame it as "step zero" of scanning, not scanning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why you would ever run -sL, given it sends literally nothing — the answer is reverse-DNS naming can reveal role hints (e.g. "backup-db-01") before you've touched anything at all. That framing makes an otherwise-boring flag genuinely interesting.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tool slide is really "two tools, one habit": curl for web, nc for everything else. Emphasize that neither requires any special access — a banner is handed over voluntarily by the service, no exploit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HTML comment example is a favorite because it is so relatable — every developer has left a "TODO: remove before prod" comment in something. Point out this required zero special tools, just reading what was already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footnote is this week's takeaway in one sentence — say it verbatim if nothing else. This table is also a good one to leave on screen while students start the lab, since it doubles as 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Pitfall one is worth pausing on directly — this is the one place this week where the ethics-adjacent line (query only what you're allowed to) actually matters practically, without turning it into a legal lecture. Keep it short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Straightforward reference slide — no new teaching, just pause long enough for students to photograph or copy it before moving to the lab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internet-access note explicitly before releasing the room — a couple of students will inevitably be on a locked-down network and Part 1 is the only part affected if so. Everything else is fully self-contained.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answers: Q1-B, Q2-B, Q3-A, Q4-B. Q2 tends to trip people up because "AXFR" sounds inherently malicious — remind them it is a legitimate, necessary mechanism that is simply misconfigured when it is exploitable.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last Phase 1 week — make that transition explicit and build a little anticipation for nmap, since most students already have some familiarity with it and are eager to go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B27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189720" y="26060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RECONNAISSANCE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&amp; Active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watching traffic to actively asking questions: DNS, WHOIS, and the network itself.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572000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72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457200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5: Reconnaissance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Week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23060" y="3337560"/>
            <a:ext cx="8915400" cy="0"/>
          </a:xfrm>
          <a:prstGeom prst="line">
            <a:avLst/>
          </a:prstGeom>
          <a:noFill/>
          <a:ln w="38100">
            <a:solidFill>
              <a:srgbClr val="1B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27000" dist="50800" dir="5400000">
              <a:srgbClr val="22D3E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434840"/>
            <a:ext cx="1691640" cy="320040"/>
          </a:xfrm>
          <a:prstGeom prst="roundRect">
            <a:avLst>
              <a:gd name="adj" fmla="val 857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689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60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060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977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49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266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37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637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554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926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Week, You Will Be Able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passive from active OSINT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techniques never touch a target, and which ones do — and why that line matters.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public registries safely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whois and dig against real, safe domains reserved for documentation and testing.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 DNS zone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exploit a misconfigured zone transfer (AXFR) to reveal hidden hostnames.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live hosts without a full scan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nmap -sn and -sL for lightweight host discovery before committing to a heavier scan.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and interpret service banners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curl and nc to pull version strings and metadata straight from a listening service.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web page like an attacker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HTML comments and other page-source leftovers that reveal more than the page intends.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OSINT vs. Active Recon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contacts the target directly. WHOIS lookups, DNS records, cached search results, and public filings all come from third-party sources.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the target, even lightly. A ping sweep, a banner grab, or a DNS query sent directly to the target's own name server all count as active.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is thinner than it looks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 public DNS registry about a domain is passive; querying that domain's own authoritative server is technically active, even though it feels similar.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distinction matters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recon is close to undetectable. Active recon, however light, can appear in a target's logs — a real consideration in any engagement.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and public DNS lookups this week are passive. Querying the lab's own internal DNS server, pinging hosts, and grabbing banners are all active — deliberately, so you feel the difference.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 Types Worth Knowing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6126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Record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Stands for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reveals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 hostname to an IPv4 address — the most basic lookup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servers are authoritative for the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Exchange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servers handle email — often reveals a separate mail 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TXT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data — SPF/DKIM records, verification strings, sometimes leftover 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of Authority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metadata: primary server, admin contact, refresh timers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DNS zone transfer (AXFR) is meant only for secondary servers — but a misconfigured one hands every record above to anyone who asks.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phone book for domain registrations.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client for the WHOIS protocol, which queries public domain registries for registration details: registrant organization, name servers, and key dates. Entirely passive — you are asking a registry about a domain, not the domain itself.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first step of recon on any domain — free, safe, instant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who actually owns/operates a domain, and since when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a domain's authoritative name servers before querying them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safely against IANA-reserved domains like example.com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&amp; DIG · PASSIVE LOOKUPS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 Real, Safe Domain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 is reserved by IANA for documentation and testing — always safe to query.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2867501"/>
          </a:xfrm>
          <a:prstGeom prst="roundRect">
            <a:avLst>
              <a:gd name="adj" fmla="val 1913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299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02996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10332720" cy="222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whois example.com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Name: EXAMPLE.COM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Registrar: RESERVED-Internet Assigned Numbers Authority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Server: A.IANA-SERVERS.NET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Server: B.IANA-SERVERS.NET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dig @1.1.1.1 example.com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ANSWER SECTION: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example.com.  300  IN  A  104.20.23.154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970621"/>
            <a:ext cx="1088136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known public resolver directly with @1.1.1.1 — a default resolver can be slow, filtered, or intercepted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hits a registry (passive); dig @resolver hits a DNS server (also generally treated as passive research)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here — identity, then name servers, then records — is the same one you'll use on a real target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 Transfer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server's entire zone, handed to anyone who asks.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AXFR is a DNS mechanism meant to let a secondary name server synchronize its records from the primary. If the server does not restrict which clients may request it, an AXFR query hands over every record in the zone — including hosts that were never advertised anywhere public.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identifying a domain's authoritative name servers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attempt enumeration of every subdomain in one request instead of guessing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to compare "advertised" hosts against what the zone actually contains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of the highest-value, lowest-effort DNS misconfigurations to check for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ZONE TRANSFER ATTEMPT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Enumerating Every Host in a Zone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20035"/>
          </a:xfrm>
          <a:prstGeom prst="roundRect">
            <a:avLst>
              <a:gd name="adj" fmla="val 1946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17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dig @10.10.2.5 www.cybercorp.lab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www.cybercorp.lab.   IN  A   10.10.2.10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dig @10.10.2.5 cybercorp.lab AXFR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cybercorp.lab.       IN  SOA  ns.cybercorp.lab. ...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ns.cybercorp.lab.    IN  A    10.10.2.5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www.cybercorp.lab.   IN  A    10.10.2.10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mail.cybercorp.lab.  IN  A    10.10.2.11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admin-portal.cybercorp.lab. IN A 10.10.2.14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^ never advertised anywhere — only found via the zone transfer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03115"/>
            <a:ext cx="10881360" cy="161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targeted dig query only returns the one record you asked for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AXFR against the same server dumps the entire zone — every hostname it knows about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admin-portal was never mentioned publicly; the misconfigured transfer is the only reason we know it exists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-sn / -sL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who's home, before you knock on any doors.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lightweight nmap modes for host discovery rather than port scanning. -sL performs a "list scan" that touches nothing — it only does reverse-DNS lookups. -sn ("ping scan") sends lightweight probes to find which hosts respond, without scanning a single port.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subnet or range and need to know what's actually alive before scanning it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-sL first, to see what names resolve without touching anything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-sn next, to confirm which of those hosts actually respond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dramatically quieter and faster than a full port scan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LIGHTWEIGHT HOST DISCOVERY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Scan a Single 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67501"/>
          </a:xfrm>
          <a:prstGeom prst="roundRect">
            <a:avLst>
              <a:gd name="adj" fmla="val 1913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2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-sL 10.10.2.0/24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scan — resolves names only, sends nothing to the hosts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10.10.2.5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10.10.2.10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-sn 10.10.2.0/24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Ping sweep — confirms which hosts actually respond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10.10.2.5 — Host is up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scan report for 10.10.2.10 — Host is up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650581"/>
            <a:ext cx="10881360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-sL is the quietest possible nmap mode — it never sends a packet to the targets themselves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-sn confirms liveness without scanning any ports at all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both before a real port scan turns a blind sweep into a targeted one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Grabbing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often introduce themselves before you even ask.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network services announce their software name and version the moment a connection opens — before any authentication. curl -I pulls HTTP response headers; a raw nc connection reads whatever a service like FTP or SSH says first.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exactly what software (and often what version) a service is running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recon on a port nmap already told you is open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 for HTTP/HTTPS; nc for anything else that talks first (FTP, SSH, SMTP...)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web page's actual source, not just its rendered output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&amp; NC · READING WHAT A SERVICE VOLUNTEERS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Banners, Headers, and Page Source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630170"/>
          </a:xfrm>
          <a:prstGeom prst="roundRect">
            <a:avLst>
              <a:gd name="adj" fmla="val 2086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199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http://10.10.2.10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nginx/1.31.3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 http://10.10.2.10 | grep -i backup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TODO: dev left a config backup exposed at /backup.txt --&gt;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nc -nv 10.10.2.11 21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CyberCorp FTP Server (vsftpd 2.3.4) ready.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13250"/>
            <a:ext cx="10881360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 fetches only response headers — fast, no page body downloaded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Grepping a page's raw source for keywords is a real, common technique — comments never render, but they're still shipped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against a raw port just reads the first thing the service sends — FTP volunteers its exact version unprompted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vs. Active — This Week's Toolkit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26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Passive or active?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gets you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whois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Registrant, registrar, authoritative name servers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/ nslookup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→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records passively; a target's own DNS server actively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DNS AXFR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entire zone, if the server is misconfigured to allow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Borderline passive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Reverse-DNS names — sends nothing to the hosts themselves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which hosts are actually alive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curl / nc banner grab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service name/version, straight from the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spectrum: nothing here required credentials or an exploit — every result came from something already being shared.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Cost Marks — and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 random domain "just to test"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query domains you own or ones explicitly reserved for testing, like example.com — never a live organization without permission.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your default DNS resolver blindly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local/default resolver can be slow, filtered, or (on a target's own network) actively monitored. Name a known-good resolver explicitly.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AXFR always works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DNS servers correctly restrict zone transfers today — treat a successful one as the misconfiguration it is, not the norm.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at the first banner without following up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string is a lead, not a finding — the real payoff comes from what you do with it later (Week 3 onward).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reading rendered pages, never their source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5869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hidden fields, and metadata never render but are still delivered in full to your browser or curl.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5577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whois example.com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up public registration details for a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@1.1.1.1 example.com MX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a named public resolver for a specific record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@10.10.2.5 cybercorp.lab AXFR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 a zone transfer against a specific DNS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-sL 10.10.2.0/24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scan — resolve names, touch nothing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-sn 10.10.2.0/24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sweep — confirm which hosts are alive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curl -I http://target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only the HTTP response headers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 -nv target 21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and read whatever the service says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2–2.5 HOURS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OSINT &amp; Active Host Discovery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internal network (cybercorp.lab): a misconfigured DNS server, an internal web portal, and a legacy FTP/SSH gateway.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OSINT against a real, safe domain — WHOIS and DNS records for example.com.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 discovery with nmap -sL and -sn across the lab subnet.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the internal DNS zone and attempt a zone transfer to reveal hidden hosts.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Banner-grab the web and legacy services, and read page source for a leftover developer comment.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to the Lab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internet access is needed only for Part 1 (querying example.com). Everything else runs entirely inside the isolated lab network.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Before the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passive reconnaissance?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Port scanning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WHOIS lookup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Banner grabbing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Ping sweep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DNS zone transfer (AXFR) actually meant for?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Client DNS lookups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Syncing zone data between primary and secondary name servers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Encrypting DNS traffic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Blocking DNS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nmap -sL do differently from -sn?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Sends no packets to targets at all, just resolves names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Only pings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Full port scan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OS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a page's raw source, not just its rendered view?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loads faster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Comments and metadata are delivered but never rendered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bypasses HTTPS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real reason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 —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passive/active spectrum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WHOIS (fully passive) to banner grabbing (lightly active) — you now know where each technique sits.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DNS is a recon goldmine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misconfigured zone transfer can reveal an entire internal naming scheme in one request.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Read what's volunteered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Banners, headers, and page comments are freely given — no exploit needed to collect them.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Nmap Port &amp; Service Scanning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wraps here — next week we cross into Phase 2 and go deep on the single most important scanning tool in the field.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Phase 1: Reconnaissance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2026-08-19T10:38:45Z</dcterms:created>
  <dcterms:modified xsi:type="dcterms:W3CDTF">2026-08-19T10:38:45Z</dcterms:modified>
</cp:coreProperties>
</file>