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Continue the "deep-dive one service" pattern from the last two weeks, except this time we cover three related enterprise services in one session, since they share a common theme: each one gives up dramatically more information once you're authenticated, even with low-privilege credentials.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week in Phase 2 — next week we cross into Phase 3, Gaining Access. Frame today as "finishing the enumeration toolkit" before we start actually trying to get in anywhere.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four and six are both variations on the same idea: partial access is still valuable access. That thread runs through the whole week and is worth naming explicitly up front so students recognize the pattern as it recurs.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sets up the whole session's structure — every tool today gets tested twice, unauthenticated then authenticated, specifically to make this contrast visible and memorable rather than just asserted.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students will not have touched raw LDAP before — reassure them the syntax looks worse than it is. "-D" is just "who am I," "-w" is the password, "-b" is where in the tree to start looking. Three ideas, not 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"No such object" error is a great teaching moment — it looks like the directory is empty, but it is actually the server deliberately concealing structure from unauthorized sessions. Point out this is intentional LDAP behavior, not a bug or a fluke.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enum4linux the same way we framed nikto in Week 4 — it is not a replacement for manual exploration, it is a fast automated first pass that tells you where to look manually afterward.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this week's central lesson made concrete: "unlisted" is not "protected." The private share was invisible in the listing but still fully accessible the moment someone had valid, even low-privilege, credentials. Ask the class why that distinction matters for a real network's security posture.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 students who have never used raw SQL from a terminal that today only needs three commands: SHOW DATABASES, SHOW TABLES, and SELECT * FROM. No deep SQL knowledge required to get real value out of this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last row (a developer's note about rotating a password) is based on an extremely common real pattern — developers leave notes in data tables assuming only their team will ever query them directly. Worth mentioning this happens in production systems far more often than people expect.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is the week compressed into one view — good one to leave up while transitioning to the pitfalls slide, since it sets up the "don't stop at anonymous" pitfall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Pitfall one is the whole week's thesis restated as a warning — worth reading slowly. If you only have time to emphasize one pitfall this session, make it this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slide, standard pacing — this is dense enough that it is worth telling students explicitly this one is meant to be saved, not memorized on the spot.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running enum4linux early would have made the manual smbclient steps faster — a good moment to remind students that automated and manual enumeration are meant to work together, not as separate exercises.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answers: Q1-A, Q2-B, Q3-B, Q4-B. Q4 is really this whole week's thesis in multiple-choice form — if it's missed, spend the extra sixty seconds revisiting it before the lab rather than pushing ahead.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genuine milestone — say so directly. Weeks 1-5 built an entire recon-and-enumeration toolkit; next week is the first time students actually try to get into something, using credentials and leads gathered exactly the way we've practiced for five weeks straight.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0"/>
            <a:ext cx="3596335" cy="6858000"/>
          </a:xfrm>
          <a:prstGeom prst="rect">
            <a:avLst/>
          </a:prstGeom>
          <a:solidFill>
            <a:srgbClr val="1B274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9189720" y="2606040"/>
            <a:ext cx="2011680" cy="2011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SCANNING &amp; ENUMERATION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85800" y="137160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Service &amp;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Enumeration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3520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the most common enterprise services: LDAP, SMB, and MySQL.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31520" y="4572000"/>
            <a:ext cx="2286000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5720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200400" y="4572000"/>
            <a:ext cx="3200400" cy="566928"/>
          </a:xfrm>
          <a:prstGeom prst="roundRect">
            <a:avLst>
              <a:gd name="adj" fmla="val 1612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0" y="45720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of 5: Scanning &amp; Enumeration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Hacking Course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Week Fits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623060" y="3337560"/>
            <a:ext cx="8915400" cy="0"/>
          </a:xfrm>
          <a:prstGeom prst="line">
            <a:avLst/>
          </a:prstGeom>
          <a:noFill/>
          <a:ln w="38100">
            <a:solidFill>
              <a:srgbClr val="1B27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37744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1B2740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560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68930" y="237744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127000" dist="50800" dir="5400000">
              <a:srgbClr val="22D3EE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06090" y="2560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06090" y="288036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&amp;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006090" y="4434840"/>
            <a:ext cx="1691640" cy="320040"/>
          </a:xfrm>
          <a:prstGeom prst="roundRect">
            <a:avLst>
              <a:gd name="adj" fmla="val 8571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006090" y="4434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97780" y="237744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1B2740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4940" y="2560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234940" y="288036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Gaining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26630" y="237744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1B2740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63790" y="2560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63790" y="288036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555480" y="237744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1B2740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0" y="2560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5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692640" y="288036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Phase 2: Scanning &amp; Enumeration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Week, You Will Be Able 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783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LDAP, SMB, and MySQL are for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34440" y="211226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enterprise role each service plays before enumerating it.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6517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 an LDAP directory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34440" y="298094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anonymously and with credentials, and explain what changes between the two.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5204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and access SMB shares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34440" y="384962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smbclient for manual exploration and enum4linux for automated enumeration.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20840" y="1783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unlisted vs. authenticated-only shares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720840" y="211226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real security difference between "hidden" and "protected."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2697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26517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 a MySQL server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720840" y="298094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application-level credentials to explore databases, tables, and data.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3566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20840" y="35204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app-level accounts are still worth enumerating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720840" y="384962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that "not root" doesn't mean "not useful."</a:t>
            </a:r>
            <a:endParaRPr lang="en-US" sz="115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10454335" y="5303520"/>
            <a:ext cx="1188720" cy="118872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Phase 2: Scanning &amp; Enumeration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Services, One Enterprise Network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6675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directory service — the phone book of a corporate network. Stores users, groups, and organizational structure, and is the backbone of Active Directory environments.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file sharing — how files and printers get shared across a network. Extremely common, and share permissions are frequently misconfigured.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database — where the actual application data lives. Application accounts often have far more read access than intended.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theme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reveal dramatically more once you're authenticated — even with the lowest-privilege account you can find.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35240" y="1691640"/>
            <a:ext cx="3886200" cy="4023360"/>
          </a:xfrm>
          <a:prstGeom prst="roundRect">
            <a:avLst>
              <a:gd name="adj" fmla="val 1882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1E293B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20116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01000" y="2651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Rule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01000" y="315468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try anonymous/unauthenticated access first. When that's restricted, try again with any credentials you've found — even a read-only account often unlocks far more.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Phase 2: Scanning &amp; Enumeration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1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7744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8862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ldapsearch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48463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the corporate phone book directly.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663440" y="8229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663440" y="118872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command-line client for querying an LDAP directory. You specify a server, a base DN (the starting point in the directory tree), and optionally credentials to bind (authenticate) with.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663440" y="34290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IT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663440" y="3794760"/>
            <a:ext cx="6858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target running LDAP or Active Directory (port 389/636)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Enumerating users, groups, and organizational units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whether anonymous bind is allowed before trying credentials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 what a low-privilege account can see versus an anonymous session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Phase 2: Scanning &amp; Enumeration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LDAPSEARCH · ANONYMOUS VS. AUTHENTICATED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Once You're Logged In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2630170"/>
          </a:xfrm>
          <a:prstGeom prst="roundRect">
            <a:avLst>
              <a:gd name="adj" fmla="val 2086"/>
            </a:avLst>
          </a:prstGeom>
          <a:solidFill>
            <a:srgbClr val="0B122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709928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1170432" y="170992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426464" y="1709928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11680"/>
            <a:ext cx="10332720" cy="199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ldapsearch -x -H ldap://10.10.5.10 -b "dc=cybercorp,dc=local"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32 No such object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anonymous bind denied — the server hides everything from unauthenticated clients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ldapsearch -x -H ldap://10.10.5.10 -D "cn=readonly,dc=cybercorp,dc=local" -w readonly123 -b "dc=cybercorp,dc=local"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dn: ou=people,dc=cybercorp,dc=local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dn: cn=jsmith,ou=people,dc=cybercorp,dc=local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title: Network Administrator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4413250"/>
            <a:ext cx="10881360" cy="1804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such object" here is the server hiding data from an unauthorized session, not a genuinely empty directory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-D specifies the identity to bind as; -w is its password; -b is the base DN to search from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same query, with even a low-privilege readonly account, returns real organizational data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Phase 2: Scanning &amp; Enumeration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2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7744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8862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smbclient &amp; enum4linux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48463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exploration, then automated enumeration, of Windows file shares.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663440" y="8229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663440" y="118872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smbclient is an interactive SMB client — think of it as an FTP-style client for Windows shares. enum4linux automates a whole battery of SMB/NetBIOS enumeration checks (shares, users, groups, policies) in a single run.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663440" y="34290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IT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663440" y="3794760"/>
            <a:ext cx="6858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smbclient -L to list available shares before doing anything else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smbclient //target/share to connect and browse a specific share manually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enum4linux -a when you want a fast, automated first pass covering many checks at once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what's reachable anonymously (-N) versus with valid credentials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Phase 2: Scanning &amp; Enumeration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· SHARES, AUTOMATION, AND ACCESS CONTROL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Unlisted vs. Authenticated-Only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2880360"/>
          </a:xfrm>
          <a:prstGeom prst="roundRect">
            <a:avLst>
              <a:gd name="adj" fmla="val 1905"/>
            </a:avLst>
          </a:prstGeom>
          <a:solidFill>
            <a:srgbClr val="0B122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709928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1170432" y="170992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426464" y="1709928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11680"/>
            <a:ext cx="10332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smbclient -L 10.10.5.12 -N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Sharename       Type      Comment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         Disk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"private" share exists but is deliberately not listed here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smbclient //10.10.5.12/private -U alice%alice123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smb: \&gt; ls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readme.txt   root.txt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enum4linux -a 10.10.5.12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command, many checks: shares, users, groups, policies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466344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"private" share deliberately never appears in an unauthenticated -L listing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valid credentials (alice) are supplied, the same share becomes fully browsable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enum4linux -a would have found both the share names and hinted at valid usernames in one automated pass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Phase 2: Scanning &amp; Enumeration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3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7744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8862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Client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48463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Application-level access is still access.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663440" y="8229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663440" y="118872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command-line client for connecting to and querying a MySQL (or MariaDB) server. Once connected, standard SQL commands (SHOW DATABASES, SHOW TABLES, SELECT) reveal exactly what the authenticated account can see.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663440" y="34290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IT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663440" y="3794760"/>
            <a:ext cx="6858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time you've found valid database credentials, even for a low-privilege "application" account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Enumerating what databases and tables an account can actually see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data directly — notes, configuration values, and sometimes credentials left behind by developers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final confirmation step before moving toward exploitation in later weeks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Phase 2: Scanning &amp; Enumeration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CLIENT · APPLICATION-LEVEL ENUMERATION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"Ordinary" App Account Can See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2867501"/>
          </a:xfrm>
          <a:prstGeom prst="roundRect">
            <a:avLst>
              <a:gd name="adj" fmla="val 1913"/>
            </a:avLst>
          </a:prstGeom>
          <a:solidFill>
            <a:srgbClr val="0B122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709928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1170432" y="170992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426464" y="1709928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11680"/>
            <a:ext cx="10332720" cy="2227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mysql -h 10.10.5.11 -u dbuser -pdbpass123 -e "SHOW DATABASES;"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corpdb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mysql -h 10.10.5.11 -u dbuser -pdbpass123 corpdb -e "SHOW TABLES;"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mysql -h 10.10.5.11 -u dbuser -pdbpass123 corpdb -e "SELECT * FROM notes;"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reminder: rotate dbuser password after the Q1 audit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4650581"/>
            <a:ext cx="10881360" cy="1567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dbuser is meant to be a low-privilege application account, not an administrator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still list every database, every table, and read every row it has access to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and comments left in a database are a surprisingly common real-world finding — developers treat them as private when they are not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Phase 2: Scanning &amp; Enumeration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GUIDE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vs. Authenticated, Service by Service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03120"/>
                <a:gridCol w="3383280"/>
                <a:gridCol w="35661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8FAFC"/>
                          </a:solidFill>
                        </a:rPr>
                        <a:t>Service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8FAFC"/>
                          </a:solidFill>
                        </a:rPr>
                        <a:t>Tool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8FAFC"/>
                          </a:solidFill>
                        </a:rPr>
                        <a:t>Anonymous gets you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8FAFC"/>
                          </a:solidFill>
                        </a:rPr>
                        <a:t>Authenticated gets you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LDAP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ldapsearch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nothing ("No such object")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directory structure and entries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SMB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smbclient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shares marked guest-accessible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share the account is authorized for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SMB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enum4linux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names, sometimes usernames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Deeper policy and group detail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MySQL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client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— auth is required to connect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database/table the account can see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repeats across every enterprise service: try anonymous first, but never stop there.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Phase 2: Scanning &amp; Enumeration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That Cost Marks — and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78308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 after an anonymous scan comes back empty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34440" y="211226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such object" or an empty share list often means restricted, not nonexistent — always retry with any credentials you have.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65176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Dismissing "low-privilege" credentials as not worth trying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34440" y="298094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readonly LDAP account or an app-level DB account routinely reveals far more than expected.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52044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enum4linux because "I'll just do it manually"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34440" y="384962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automated pass first tells you where manual exploration is actually worth your time.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3891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"unlisted" with "inaccessible"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34440" y="471830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 missing from a listing can still be reachable directly if you know — or guess — its name.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303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52578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SQL enumeration is still enumeration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234440" y="558698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data with SELECT this week is not the same as exploiting the database — that comes later, deliberately.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Phase 2: Scanning &amp; Enumeration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Cheat Sheet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48463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8FAFC"/>
                          </a:solidFill>
                        </a:rPr>
                        <a:t>Command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8FAFC"/>
                          </a:solidFill>
                        </a:rPr>
                        <a:t>What it does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ldapsearch -x -H ldap://target -b "dc=..."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Anonymous LDAP query against a base DN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ldapsearch -x -H ldap://target -D "cn=..." -w pass -b "dc=..."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Authenticated LDAP query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smbclient -L target -N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SMB shares with a null (anonymous) session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smbclient //target/share -U user%pass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 to a specific share with credentials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enum4linux -a target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SMB/NetBIOS enumeration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mysql -h target -u user -ppass -e "SHOW DATABASES;"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databases visible to an account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Phase 2: Scanning &amp; Enumeration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 · 2–2.5 HOURS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5: Directory Service &amp; DB Enumeration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6675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services on one subnet: an OpenLDAP directory, a MySQL database, and a Samba file server.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 enumeration — attempt anonymous bind, then authenticate with a readonly account and compare results.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enumeration — list shares anonymously, run enum4linux, then access an authenticated-only share.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enumeration — connect with application credentials and explore what's actually visible.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35240" y="1691640"/>
            <a:ext cx="3886200" cy="4023360"/>
          </a:xfrm>
          <a:prstGeom prst="roundRect">
            <a:avLst>
              <a:gd name="adj" fmla="val 1882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1E293B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20116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01000" y="2651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CTF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01000" y="315468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flags on the SMB server (public share, then private share with credentials) plus a bonus flag in a MySQL table — a nice recap of the whole week's anonymous-vs-authenticated theme.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Phase 2: Scanning &amp; Enumeration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 Before the Lab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2103120"/>
          </a:xfrm>
          <a:prstGeom prst="roundRect">
            <a:avLst>
              <a:gd name="adj" fmla="val 2609"/>
            </a:avLst>
          </a:prstGeom>
          <a:solidFill>
            <a:srgbClr val="1B274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562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smbclient -L &lt;target&gt; -N do?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Lists shares with a null (anonymous) session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Deletes a share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Lists local files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Forces authentication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257800" cy="2103120"/>
          </a:xfrm>
          <a:prstGeom prst="roundRect">
            <a:avLst>
              <a:gd name="adj" fmla="val 2609"/>
            </a:avLst>
          </a:prstGeom>
          <a:solidFill>
            <a:srgbClr val="1B2740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8562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214884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main advantage of enum4linux -a over manual SMB enumeration?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83464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It's stealthier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It automates and combines several SMB/NetBIOS checks into one run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It cracks passwords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It only works on Windows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5257800" cy="2103120"/>
          </a:xfrm>
          <a:prstGeom prst="roundRect">
            <a:avLst>
              <a:gd name="adj" fmla="val 2609"/>
            </a:avLst>
          </a:prstGeom>
          <a:solidFill>
            <a:srgbClr val="1B2740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1879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448056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ldapsearch, what does -D specify?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516636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The base DN to search under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The distinguished name (identity) to bind as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The LDAP server URL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A search filter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4023360"/>
            <a:ext cx="5257800" cy="2103120"/>
          </a:xfrm>
          <a:prstGeom prst="roundRect">
            <a:avLst>
              <a:gd name="adj" fmla="val 2609"/>
            </a:avLst>
          </a:prstGeom>
          <a:solidFill>
            <a:srgbClr val="1B2740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41879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check both anonymous and authenticated access on every service?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516636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There's no reason to check both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Some information is only exposed once authenticated, even with low-privilege credentials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Anonymous access is always more revealing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Authentication is never required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Phase 2: Scanning &amp; Enumeration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Now Know — and 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78308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Three enterprise services, one pattern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34440" y="211226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LDAP, SMB, and MySQL all reveal far more once authenticated, even with minimal privileges.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65176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Automate first, then go manual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34440" y="298094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enum4linux and similar tools point you toward where manual exploration is worth the time.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52044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Enumeration is complete — Phase 2 is done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34440" y="384962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have the full recon + enumeration toolkit this course covers.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3891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Password Attacks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34440" y="471830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cross into Phase 3, Gaining Access — everything found so far becomes ammunition.</a:t>
            </a:r>
            <a:endParaRPr lang="en-US" sz="11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10454335" y="5303520"/>
            <a:ext cx="1188720" cy="11887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Phase 2: Scanning &amp; Enumeration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2026-08-19T10:48:15Z</dcterms:created>
  <dcterms:modified xsi:type="dcterms:W3CDTF">2026-08-19T10:48:15Z</dcterms:modified>
</cp:coreProperties>
</file>