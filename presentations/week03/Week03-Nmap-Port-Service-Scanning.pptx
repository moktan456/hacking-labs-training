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transition week — say explicitly that we are leaving Phase 1 behind and entering Phase 2. Nmap is likely a name everyone already knows; the goal this week is to turn "I've heard of nmap" into "I can choose the right nmap flags for a specific situation," which is a very different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time the highlighted box moves — pause on this. Reconnaissance told us what exists; scanning tells us exactly what each thing is running. That distinction is the whole reason these are separate phases rather than one big "find stuff"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four (SYN vs connect) is the one certification exams ask about most often, almost word-for-word. Flag that now so it registers when we get there — students remember things better when they know in advance it is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callout is worth repeating throughout the semester — "you cannot exploit what you have not correctly identified" is basically the whole justification for spending an entire week on one tool. Nmap is not the goal; accurate identification is the goal, and nmap is how we get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whiteboard if you have one, even though it is already on the slide — the physical act of drawing SYN / SYN-ACK / ACK as three arrows tends to cement it better than reading it. This single diagram is the foundation for the SYN-vs-connect-scan slide later, so it is worth the extra thirty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previous weeks, this whole week is one tool used many ways — say that explicitly so students don't expect three or four different tool names. Nmap rewards depth over breadth; that is the pedagogical choice behind spending an entire session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reused -sn here to reinforce that Week 2's techniques are not one-off trivia — they are the same tool set carried forward. Ask the room "does anyone remember what this flag does" before revealing the note; recall practice beats re-teaching.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-A is convenient but loud and slow — a fair trade for a lab or a CTF, a worse one for a real stealthy engagement. This is a good moment to mention that "-A" essentially previews Weeks 4-5's enumeration work automatically, which is why it feels like it's doing a 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highest-value slide of the week for exam purposes — say so directly. Walk back to the handshake diagram from earlier and physically point at which arrows each scan type sends versus skips; students consistently report that visual callback is what makes it finally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ftp-anon result to bridge directly into the NSE concept slide next — this single script answered a yes/no security question in one command, which is the entire pitch for scripted scanning over manual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"tiny purpose-built experts" framing tends to stick better than a dry definition. If you have time, briefly show `nmap --script-help ftp-anon` live to demystify that these are just readable, well-documented scripts, not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-oA habit is worth calling professional practice rather than trivia — a real engagement report always references timestamped raw output, and students who build the habit now won't have to unlearn "just eyeballing the terminal"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single most exam-relevant slide of the semester so far — consider leaving it up during the knowledge check later rather than the quiz slide alone. Every flag here has appeared, or will appear, on a certification-style question at some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Pitfall one (closed vs filtered) is worth a quick poll — ask "which one means there IS a firewall in the way" and see how many get it right before revealing the answer. It is a subtle distinction that is very easy to get backwards under exam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reference-slide pacing — no new content, just a pause before the lab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CTF hint explicitly: the hidden flag is a lesson about not trusting a single tool's default output blindly. Students who only run the "obvious" command will find one flag; the ones who dig a little further find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answers: Q1-A, Q2-B, Q3-C, Q4-B. If Q3 trips people up, that is expected and normal — send them back to the pitfalls slide rather than re-explaining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forward: everything scanned this week has been generic services — next week takes exactly one of those services (HTTP) and goes much deeper, which is the general pattern for the rest of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B27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189720" y="260604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SCANNING &amp; ENUMERATION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137160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Port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Scanning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520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"what's out there" to "exactly what is it running" — the workhorse of active scanning.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4572000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72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0" y="4572000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4572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5: Scanning &amp; Enumeration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Week 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23060" y="3337560"/>
            <a:ext cx="8915400" cy="0"/>
          </a:xfrm>
          <a:prstGeom prst="line">
            <a:avLst/>
          </a:prstGeom>
          <a:noFill/>
          <a:ln w="38100">
            <a:solidFill>
              <a:srgbClr val="1B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6893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27000" dist="50800" dir="5400000">
              <a:srgbClr val="22D3EE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609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0609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&amp;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06090" y="4434840"/>
            <a:ext cx="1691640" cy="320040"/>
          </a:xfrm>
          <a:prstGeom prst="roundRect">
            <a:avLst>
              <a:gd name="adj" fmla="val 8571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006090" y="4434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977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49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49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2663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379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6379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554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926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Week, You Will Be Able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scanning &amp; enumeration phase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it builds directly on Phase 1's recon and sets up Phase 3.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interpret core nmap scans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scans, full-subnet scans, and ping sweeps, reading the output correctly.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exact service versions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-sV and -A to fingerprint software, not just find open ports.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SYN vs. connect scans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21122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mechanical difference between -sS and -sT and why it matters.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NSE scripts for automated checks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20840" y="29809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targeted Nmap Scripting Engine scripts instead of manual follow-up.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scan results properly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720840" y="3849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output in multiple formats for later analysis and reporting.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5303520"/>
            <a:ext cx="1188720" cy="11887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Scanning &amp; Enumeration?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probing a target to discover open ports and the services listening on them.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one level deeper on what scanning finds: exact versions, configuration details, and anything a service reveals once you engage it directly.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Phase 1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told you which hosts exist. This phase tells you exactly what's running on each one.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Phase 3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exploit needs a specific, known target — the right version of the right service. That specificity comes from this phase.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exploit what you have not correctly identified. A wrong version guess wastes far more time than a slow, careful scan.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 Three-Way Handshake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sends a SYN packet, proposing a connection.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SYN-ACK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port is open, the server responds with SYN-ACK, acknowledging and agreeing.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completes the handshake with ACK — the connection is now fully established.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port is closed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responds with RST (reset) instead of SYN-ACK, immediately telling you "nothing is listening here."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Today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nmap scan type is really just a different way of playing with this handshake — sending some steps, skipping others, and reading what comes back.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active scanning tool you will learn in this course.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scanner capable of host discovery, port scanning, service/version detection, OS fingerprinting, and scripted checks via its own scripting engine (NSE). It is free, open-source, and has been the industry standard for over two decades.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7947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you need to know what's listening on a host or network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exact software versions before researching known issues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automated, repeatable checks against many hosts at once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structured output for reports or for feeding other tools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· 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Scans and Full-Subnet Scans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880360"/>
          </a:xfrm>
          <a:prstGeom prst="roundRect">
            <a:avLst>
              <a:gd name="adj" fmla="val 1905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10.10.3.10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 STATE SERVICE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80/tcp open  http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10.10.3.0/24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scan report for 10.10.3.10 — 80/tcp open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scan report for 10.10.3.11 — 21/tcp open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scan report for 10.10.3.12 — 22/tcp open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-sn 10.10.3.0/24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ping sweep — host discovery only, no ports scanned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nmap &lt;ip&gt; scans the 1,000 most common TCP ports by default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notation (/24) scans an entire subnet in one command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-sn is the same host-discovery mode from Week 2 — a good habit before any big subnet scan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· VERSION DETECTION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Out Exactly What's Running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630170"/>
          </a:xfrm>
          <a:prstGeom prst="roundRect">
            <a:avLst>
              <a:gd name="adj" fmla="val 2086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199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-sV 10.10.3.11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 STATE SERVICE VERSION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21/tcp open  ftp     vsftpd 2.0.8 or later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-A 10.10.3.0/24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-A: version detection + OS detection + NSE scripts + traceroute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details: Linux 5.X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21/tcp open ftp vsftpd 2.0.8+ | ftp-anon: Anonymous FTP login allowed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413250"/>
            <a:ext cx="10881360" cy="180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-sV probes each open port to identify the exact software and version behind it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bundles four separate checks into one flag — powerful, but noticeably slower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string here is precisely the kind of detail Phase 3 will act on directly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Scan (-sS) vs. Connect Scan (-sT)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scan (-sT)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full three-way handshake, exactly like a normal application connecting. Simple, reliable, but leaves a full connection log entry on the target.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scan (-sS)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only the SYN, and if SYN-ACK comes back, immediately sends RST instead of completing the handshake. Nmap now knows the port is open, but no full connection was ever established.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 scan is faster and, because the connection is never completed, it is far less likely to appear in an application's own connection logs.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-sS needs raw socket access (root/CAP_NET_RAW) — -sT does 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Tip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question mentions "stealth scan" or "half-open scan," it means -sS. Know this pairing cold — it is one of the most frequently tested nmap facts.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· SCAN TECHNIQUES 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-sS and -sT, Then Digging Deeper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867501"/>
          </a:xfrm>
          <a:prstGeom prst="roundRect">
            <a:avLst>
              <a:gd name="adj" fmla="val 1913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2227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-sS 10.10.3.0/24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requires root/CAP_NET_RAW — completes handshake for nobody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-sT 10.10.3.0/24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connect scan — works without special privileges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--script ftp-anon 10.10.3.11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21/tcp open ftp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ftp-anon: Anonymous FTP login allowed (FTP code 230)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650581"/>
            <a:ext cx="10881360" cy="156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scan types report the same open/closed result — they differ in how loudly they get there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ftp-anon is our first taste of NSE — a script targeted at exactly one question: does anonymous login work?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finding is exactly the kind of lead that Phase 3 (Gaining Access) will act on directly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Nmap Scripting Engine (NSE)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of hundreds of Lua scripts, each automating one specific check — from banner grabs to vulnerability detection to brute-forcing.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are grouped by purpose: discovery, safe, vuln, auth, and more — you can run one script or an entire category.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-sC vs. --script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-sC runs the "default" category of safe, common scripts. --script &lt;name&gt; runs one specific script by name.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beats doing it by hand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well-chosen script performs in seconds what would otherwise take several separate manual commands.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NSE As...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of tiny, purpose-built experts — one for FTP anonymous logins, one for SSH host keys, one for a specific CVE — that nmap can call on demand.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&amp; OUTPUT FORMATS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Enumeration Scripts and Saving Your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630170"/>
          </a:xfrm>
          <a:prstGeom prst="roundRect">
            <a:avLst>
              <a:gd name="adj" fmla="val 2086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199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--script ssh-hostkey 10.10.3.12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ssh-hostkey: ssh-ed25519 AAAA...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--script ssh-auth-methods --script-args="ssh.user=sysadmin" 10.10.3.12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ssh-auth-methods: publickey,password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-sV -oA /tmp/week3-scan 10.10.3.0/24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writes .nmap, .xml, and .gnmap simultaneously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413250"/>
            <a:ext cx="10881360" cy="180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ssh-auth-methods reveals exactly which authentication types a server accepts, for a named user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-oA saves all three standard formats in one pass — .nmap for humans, .xml for tools, .gnmap for grep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reports always cite raw scan output — saving it properly is not optional in real work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Type &amp; Flag Reference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6583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Flag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-sn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scan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discovery only — no ports touched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-sS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/ stealth scan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Half-open scan — needs raw socket privileges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-sT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scan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TCP handshake — no special privileges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-sV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exact software/version on open 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Bundles -sV + OS detection + -sC + traceroute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-sC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scripts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NSE's "safe/default" script 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-oA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all formats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.nmap, .xml, and .gnmap together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That Cost Marks — and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"closed" with "filtered"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means a RST came back — the host is there. Filtered means nmap got no answer at all — usually a firewall silently dropping the probe.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-A by default on everything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slow and loud. Learn to reach for the specific flag you actually need instead of always maxing out.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-sS needs elevated privileges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 scan without root/CAP_NET_RAW silently falls back to a connect scan — check your results match your intent.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 single scan's results completely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71830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conditions and firewalls can cause missed ports — a second pass, or a different scan type, is good practice.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52578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documentation because "I'll remember"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34440" y="55869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not. Save output with -oA every time, even in a lab.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Cheat Sheet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394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Command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10.10.3.0/24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scan of an entire subnet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-sn 10.10.3.0/24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sweep — host discovery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-sV 10.10.3.11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detection on a specific host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-A 10.10.3.0/24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Aggressive: version + OS + scripts + traceroute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--script ftp-anon 10.10.3.11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one specific NSE script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-sV -oA scan 10.10.3.0/24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Version-scan and save in all output formats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· 2–2.5 HOURS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3: Nmap Port &amp; Service Scanning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three-target subnet: an HTTP server, an FTP server with anonymous access, and an SSH server.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scans: single-host, full-subnet, and ping sweep, filling in a findings table as you go.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detection with -sV and a full -A aggressive scan, comparing what each reveals.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-sS and -sT directly, then run targeted NSE scripts against the FTP and SSH targets.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results with -oA and write a short recon summary in the style of a real report.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CTF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flags on the FTP target — one from anonymous access, one hidden in a directory that a default listing won't show. Thorough enumeration, not just automation, finds it.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 Before the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56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flag enables service version detection?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-sV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-sS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-A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-p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56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nmap -sn do?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Scan all ports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Ping sweep only (host discovery, no ports)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Enable NSE scripts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OS fingerprinting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87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"filtered" port most likely mean?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port is open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port is closed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 firewall may be blocking the probe, so nmap can't tell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port doesn't exist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87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-A flag combine?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5166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Just version detection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Version + OS detection + script scanning + traceroute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Only OS detection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Only NSE scripts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Know — and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Scanning identifies, recon discovers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found the hosts; Phase 2 tells you exactly what each one is running.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SYN vs. connect scans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result, different footprint — know the mechanical difference and why it matters.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NSE turns manual checks into one command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targeted script answers a specific security question faster than doing it by hand.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Web Enumeration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71830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Phase 2 — we narrow focus from whole networks to a single web server's hidden content.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5303520"/>
            <a:ext cx="1188720" cy="11887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2: Scanning &amp; Enumeration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2026-08-19T10:42:19Z</dcterms:created>
  <dcterms:modified xsi:type="dcterms:W3CDTF">2026-08-19T10:42:19Z</dcterms:modified>
</cp:coreProperties>
</file>